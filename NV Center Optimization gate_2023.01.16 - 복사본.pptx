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871" autoAdjust="0"/>
  </p:normalViewPr>
  <p:slideViewPr>
    <p:cSldViewPr snapToGrid="0">
      <p:cViewPr varScale="1">
        <p:scale>
          <a:sx n="65" d="100"/>
          <a:sy n="65" d="100"/>
        </p:scale>
        <p:origin x="3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Satisfied Test</a:t>
            </a:r>
            <a:r>
              <a:rPr lang="en-US" altLang="ko-KR" baseline="0" dirty="0"/>
              <a:t> Case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Satisfied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Test1</c:v>
                </c:pt>
                <c:pt idx="1">
                  <c:v>Test2</c:v>
                </c:pt>
                <c:pt idx="2">
                  <c:v>Test3</c:v>
                </c:pt>
                <c:pt idx="3">
                  <c:v>Test4</c:v>
                </c:pt>
                <c:pt idx="4">
                  <c:v>Test5</c:v>
                </c:pt>
                <c:pt idx="5">
                  <c:v>Test6</c:v>
                </c:pt>
                <c:pt idx="6">
                  <c:v>Test7</c:v>
                </c:pt>
                <c:pt idx="7">
                  <c:v>Test8</c:v>
                </c:pt>
                <c:pt idx="8">
                  <c:v>Test9</c:v>
                </c:pt>
                <c:pt idx="9">
                  <c:v>Test10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</c:v>
                </c:pt>
                <c:pt idx="1">
                  <c:v>16</c:v>
                </c:pt>
                <c:pt idx="2">
                  <c:v>15</c:v>
                </c:pt>
                <c:pt idx="3">
                  <c:v>14</c:v>
                </c:pt>
                <c:pt idx="4">
                  <c:v>18</c:v>
                </c:pt>
                <c:pt idx="5">
                  <c:v>11</c:v>
                </c:pt>
                <c:pt idx="6">
                  <c:v>18</c:v>
                </c:pt>
                <c:pt idx="7">
                  <c:v>14</c:v>
                </c:pt>
                <c:pt idx="8">
                  <c:v>16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34-4334-BA25-85795ACA1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33280"/>
        <c:axId val="317231200"/>
      </c:barChart>
      <c:catAx>
        <c:axId val="31723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231200"/>
        <c:crosses val="autoZero"/>
        <c:auto val="1"/>
        <c:lblAlgn val="ctr"/>
        <c:lblOffset val="100"/>
        <c:noMultiLvlLbl val="0"/>
      </c:catAx>
      <c:valAx>
        <c:axId val="317231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7233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Test 300</a:t>
            </a:r>
            <a:r>
              <a:rPr lang="en-US" altLang="ko-KR" baseline="0" dirty="0"/>
              <a:t> Times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Case 1</c:v>
                </c:pt>
                <c:pt idx="1">
                  <c:v>Case 2</c:v>
                </c:pt>
                <c:pt idx="2">
                  <c:v>Case 3</c:v>
                </c:pt>
                <c:pt idx="3">
                  <c:v>Case 4</c:v>
                </c:pt>
                <c:pt idx="4">
                  <c:v>Case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204</c:v>
                </c:pt>
                <c:pt idx="2">
                  <c:v>198</c:v>
                </c:pt>
                <c:pt idx="3">
                  <c:v>204</c:v>
                </c:pt>
                <c:pt idx="4">
                  <c:v>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ED-444F-8CBF-CF2B87BFC4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8482464"/>
        <c:axId val="1308481216"/>
      </c:lineChart>
      <c:catAx>
        <c:axId val="1308482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08481216"/>
        <c:crosses val="autoZero"/>
        <c:auto val="1"/>
        <c:lblAlgn val="ctr"/>
        <c:lblOffset val="100"/>
        <c:noMultiLvlLbl val="0"/>
      </c:catAx>
      <c:valAx>
        <c:axId val="130848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08482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F01616-0F7A-4011-8184-E7CC7C5FE7AC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75CC170-399F-44BA-947B-CF27AC95741E}">
      <dgm:prSet phldrT="[텍스트]"/>
      <dgm:spPr/>
      <dgm:t>
        <a:bodyPr/>
        <a:lstStyle/>
        <a:p>
          <a:pPr latinLnBrk="1"/>
          <a:r>
            <a:rPr lang="en-US" altLang="ko-KR" dirty="0"/>
            <a:t>Local optimization</a:t>
          </a:r>
          <a:endParaRPr lang="ko-KR" altLang="en-US" dirty="0"/>
        </a:p>
      </dgm:t>
    </dgm:pt>
    <dgm:pt modelId="{3652D02D-2F03-47D1-A169-A95BCE2280CB}" type="parTrans" cxnId="{B3D95860-8524-44A4-BEAB-3689E3B0F095}">
      <dgm:prSet/>
      <dgm:spPr/>
      <dgm:t>
        <a:bodyPr/>
        <a:lstStyle/>
        <a:p>
          <a:pPr latinLnBrk="1"/>
          <a:endParaRPr lang="ko-KR" altLang="en-US"/>
        </a:p>
      </dgm:t>
    </dgm:pt>
    <dgm:pt modelId="{DA998931-15F7-42B5-BB20-D05DA41BBDEC}" type="sibTrans" cxnId="{B3D95860-8524-44A4-BEAB-3689E3B0F095}">
      <dgm:prSet/>
      <dgm:spPr/>
      <dgm:t>
        <a:bodyPr/>
        <a:lstStyle/>
        <a:p>
          <a:pPr latinLnBrk="1"/>
          <a:endParaRPr lang="ko-KR" altLang="en-US"/>
        </a:p>
      </dgm:t>
    </dgm:pt>
    <dgm:pt modelId="{DA8B1F3B-89E5-4645-8756-08126C2CE6F0}">
      <dgm:prSet phldrT="[텍스트]"/>
      <dgm:spPr/>
      <dgm:t>
        <a:bodyPr/>
        <a:lstStyle/>
        <a:p>
          <a:pPr latinLnBrk="1"/>
          <a:r>
            <a:rPr lang="en-US" altLang="ko-KR" dirty="0" err="1"/>
            <a:t>Nelder</a:t>
          </a:r>
          <a:r>
            <a:rPr lang="en-US" altLang="ko-KR" dirty="0"/>
            <a:t>-Mead</a:t>
          </a:r>
          <a:endParaRPr lang="ko-KR" altLang="en-US" dirty="0"/>
        </a:p>
      </dgm:t>
    </dgm:pt>
    <dgm:pt modelId="{AFC771EF-7367-41DB-B1E8-369155200AB6}" type="parTrans" cxnId="{C65BB3FE-7738-4D31-B1C6-5D29D3CBE1F3}">
      <dgm:prSet/>
      <dgm:spPr/>
      <dgm:t>
        <a:bodyPr/>
        <a:lstStyle/>
        <a:p>
          <a:pPr latinLnBrk="1"/>
          <a:endParaRPr lang="ko-KR" altLang="en-US"/>
        </a:p>
      </dgm:t>
    </dgm:pt>
    <dgm:pt modelId="{5BFBB812-ACDB-4D56-8C1B-C30DC0EEFB5D}" type="sibTrans" cxnId="{C65BB3FE-7738-4D31-B1C6-5D29D3CBE1F3}">
      <dgm:prSet/>
      <dgm:spPr/>
      <dgm:t>
        <a:bodyPr/>
        <a:lstStyle/>
        <a:p>
          <a:pPr latinLnBrk="1"/>
          <a:endParaRPr lang="ko-KR" altLang="en-US"/>
        </a:p>
      </dgm:t>
    </dgm:pt>
    <dgm:pt modelId="{A372ED7D-B13B-4FE9-A805-B2CFC23EDA65}">
      <dgm:prSet phldrT="[텍스트]"/>
      <dgm:spPr/>
      <dgm:t>
        <a:bodyPr/>
        <a:lstStyle/>
        <a:p>
          <a:pPr latinLnBrk="1"/>
          <a:r>
            <a:rPr lang="en-US" altLang="ko-KR" dirty="0"/>
            <a:t>Powell</a:t>
          </a:r>
          <a:endParaRPr lang="ko-KR" altLang="en-US" dirty="0"/>
        </a:p>
      </dgm:t>
    </dgm:pt>
    <dgm:pt modelId="{1BD30935-5C59-49B4-AACA-A64AA8F369DB}" type="parTrans" cxnId="{908CE860-6670-4A71-9685-ACF47CA1B7C4}">
      <dgm:prSet/>
      <dgm:spPr/>
      <dgm:t>
        <a:bodyPr/>
        <a:lstStyle/>
        <a:p>
          <a:pPr latinLnBrk="1"/>
          <a:endParaRPr lang="ko-KR" altLang="en-US"/>
        </a:p>
      </dgm:t>
    </dgm:pt>
    <dgm:pt modelId="{8AAC6769-020F-45BB-BD56-B39032A85236}" type="sibTrans" cxnId="{908CE860-6670-4A71-9685-ACF47CA1B7C4}">
      <dgm:prSet/>
      <dgm:spPr/>
      <dgm:t>
        <a:bodyPr/>
        <a:lstStyle/>
        <a:p>
          <a:pPr latinLnBrk="1"/>
          <a:endParaRPr lang="ko-KR" altLang="en-US"/>
        </a:p>
      </dgm:t>
    </dgm:pt>
    <dgm:pt modelId="{D5EEB64E-014B-44D9-BE0D-B40C3C88CA21}">
      <dgm:prSet phldrT="[텍스트]"/>
      <dgm:spPr/>
      <dgm:t>
        <a:bodyPr/>
        <a:lstStyle/>
        <a:p>
          <a:pPr latinLnBrk="1"/>
          <a:r>
            <a:rPr lang="en-US" altLang="ko-KR" dirty="0"/>
            <a:t>Global optimization</a:t>
          </a:r>
          <a:endParaRPr lang="ko-KR" altLang="en-US" dirty="0"/>
        </a:p>
      </dgm:t>
    </dgm:pt>
    <dgm:pt modelId="{0F79240F-4DFD-4D01-84AA-A09852C8C361}" type="parTrans" cxnId="{8EDFF914-405D-4703-BC3F-0A04BE6ABB35}">
      <dgm:prSet/>
      <dgm:spPr/>
      <dgm:t>
        <a:bodyPr/>
        <a:lstStyle/>
        <a:p>
          <a:pPr latinLnBrk="1"/>
          <a:endParaRPr lang="ko-KR" altLang="en-US"/>
        </a:p>
      </dgm:t>
    </dgm:pt>
    <dgm:pt modelId="{34AAECF7-10E3-4DA6-A7A8-E347C94C5218}" type="sibTrans" cxnId="{8EDFF914-405D-4703-BC3F-0A04BE6ABB35}">
      <dgm:prSet/>
      <dgm:spPr/>
      <dgm:t>
        <a:bodyPr/>
        <a:lstStyle/>
        <a:p>
          <a:pPr latinLnBrk="1"/>
          <a:endParaRPr lang="ko-KR" altLang="en-US"/>
        </a:p>
      </dgm:t>
    </dgm:pt>
    <dgm:pt modelId="{8019818E-3197-46AA-84B1-FCE033951A45}">
      <dgm:prSet phldrT="[텍스트]"/>
      <dgm:spPr/>
      <dgm:t>
        <a:bodyPr/>
        <a:lstStyle/>
        <a:p>
          <a:pPr latinLnBrk="1"/>
          <a:r>
            <a:rPr lang="en-US" altLang="ko-KR" dirty="0"/>
            <a:t>Differential_</a:t>
          </a:r>
        </a:p>
        <a:p>
          <a:pPr latinLnBrk="1"/>
          <a:r>
            <a:rPr lang="en-US" altLang="ko-KR" dirty="0"/>
            <a:t>evolution</a:t>
          </a:r>
          <a:endParaRPr lang="ko-KR" altLang="en-US" dirty="0"/>
        </a:p>
      </dgm:t>
    </dgm:pt>
    <dgm:pt modelId="{F5480C9E-8413-43CC-BCBD-1FD64427A318}" type="parTrans" cxnId="{F53CF670-20EC-43D1-93D8-38E579C2A865}">
      <dgm:prSet/>
      <dgm:spPr/>
      <dgm:t>
        <a:bodyPr/>
        <a:lstStyle/>
        <a:p>
          <a:pPr latinLnBrk="1"/>
          <a:endParaRPr lang="ko-KR" altLang="en-US"/>
        </a:p>
      </dgm:t>
    </dgm:pt>
    <dgm:pt modelId="{F9EF36F5-CCD9-469F-B81B-F118C0A390EA}" type="sibTrans" cxnId="{F53CF670-20EC-43D1-93D8-38E579C2A865}">
      <dgm:prSet/>
      <dgm:spPr/>
      <dgm:t>
        <a:bodyPr/>
        <a:lstStyle/>
        <a:p>
          <a:pPr latinLnBrk="1"/>
          <a:endParaRPr lang="ko-KR" altLang="en-US"/>
        </a:p>
      </dgm:t>
    </dgm:pt>
    <dgm:pt modelId="{515BC31F-1D08-4648-8DE0-F90B1E7BEC58}">
      <dgm:prSet phldrT="[텍스트]"/>
      <dgm:spPr/>
      <dgm:t>
        <a:bodyPr/>
        <a:lstStyle/>
        <a:p>
          <a:pPr latinLnBrk="1"/>
          <a:r>
            <a:rPr lang="en-US" altLang="ko-KR" dirty="0" err="1"/>
            <a:t>Dual_annealing</a:t>
          </a:r>
          <a:endParaRPr lang="ko-KR" altLang="en-US" dirty="0"/>
        </a:p>
      </dgm:t>
    </dgm:pt>
    <dgm:pt modelId="{FE67F729-2C52-409B-9203-BEEB0551A0C3}" type="parTrans" cxnId="{A1449049-C40D-46C1-B624-4DFCA77D5CDF}">
      <dgm:prSet/>
      <dgm:spPr/>
      <dgm:t>
        <a:bodyPr/>
        <a:lstStyle/>
        <a:p>
          <a:pPr latinLnBrk="1"/>
          <a:endParaRPr lang="ko-KR" altLang="en-US"/>
        </a:p>
      </dgm:t>
    </dgm:pt>
    <dgm:pt modelId="{AC93DCB6-4903-4D1C-B85A-381CA899A830}" type="sibTrans" cxnId="{A1449049-C40D-46C1-B624-4DFCA77D5CDF}">
      <dgm:prSet/>
      <dgm:spPr/>
      <dgm:t>
        <a:bodyPr/>
        <a:lstStyle/>
        <a:p>
          <a:pPr latinLnBrk="1"/>
          <a:endParaRPr lang="ko-KR" altLang="en-US"/>
        </a:p>
      </dgm:t>
    </dgm:pt>
    <dgm:pt modelId="{C2325220-50BC-45D7-95E2-61E6CFA9643C}" type="pres">
      <dgm:prSet presAssocID="{59F01616-0F7A-4011-8184-E7CC7C5FE7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E093A5-00C4-4E5F-A8EB-6819266374B4}" type="pres">
      <dgm:prSet presAssocID="{175CC170-399F-44BA-947B-CF27AC95741E}" presName="root" presStyleCnt="0"/>
      <dgm:spPr/>
    </dgm:pt>
    <dgm:pt modelId="{C436757B-C4D1-428D-8629-2C484CCDC6A5}" type="pres">
      <dgm:prSet presAssocID="{175CC170-399F-44BA-947B-CF27AC95741E}" presName="rootComposite" presStyleCnt="0"/>
      <dgm:spPr/>
    </dgm:pt>
    <dgm:pt modelId="{59F5FAE7-B167-44E4-B996-7CDC110B0314}" type="pres">
      <dgm:prSet presAssocID="{175CC170-399F-44BA-947B-CF27AC95741E}" presName="rootText" presStyleLbl="node1" presStyleIdx="0" presStyleCnt="2"/>
      <dgm:spPr/>
    </dgm:pt>
    <dgm:pt modelId="{C4989F0D-5155-4960-BE31-A662B2D9F40F}" type="pres">
      <dgm:prSet presAssocID="{175CC170-399F-44BA-947B-CF27AC95741E}" presName="rootConnector" presStyleLbl="node1" presStyleIdx="0" presStyleCnt="2"/>
      <dgm:spPr/>
    </dgm:pt>
    <dgm:pt modelId="{085F5F26-2C8F-43F0-A992-31A5CC5E2247}" type="pres">
      <dgm:prSet presAssocID="{175CC170-399F-44BA-947B-CF27AC95741E}" presName="childShape" presStyleCnt="0"/>
      <dgm:spPr/>
    </dgm:pt>
    <dgm:pt modelId="{E0FCC55C-D8BB-423B-9C52-826B38BEC154}" type="pres">
      <dgm:prSet presAssocID="{AFC771EF-7367-41DB-B1E8-369155200AB6}" presName="Name13" presStyleLbl="parChTrans1D2" presStyleIdx="0" presStyleCnt="4"/>
      <dgm:spPr/>
    </dgm:pt>
    <dgm:pt modelId="{1538D0F3-3018-42AC-BC08-5E90AE668882}" type="pres">
      <dgm:prSet presAssocID="{DA8B1F3B-89E5-4645-8756-08126C2CE6F0}" presName="childText" presStyleLbl="bgAcc1" presStyleIdx="0" presStyleCnt="4">
        <dgm:presLayoutVars>
          <dgm:bulletEnabled val="1"/>
        </dgm:presLayoutVars>
      </dgm:prSet>
      <dgm:spPr/>
    </dgm:pt>
    <dgm:pt modelId="{C109E45C-3471-4250-BF50-AF2814C42DB8}" type="pres">
      <dgm:prSet presAssocID="{1BD30935-5C59-49B4-AACA-A64AA8F369DB}" presName="Name13" presStyleLbl="parChTrans1D2" presStyleIdx="1" presStyleCnt="4"/>
      <dgm:spPr/>
    </dgm:pt>
    <dgm:pt modelId="{9385726E-E7F7-4C9F-A6D3-357FC50E6A70}" type="pres">
      <dgm:prSet presAssocID="{A372ED7D-B13B-4FE9-A805-B2CFC23EDA65}" presName="childText" presStyleLbl="bgAcc1" presStyleIdx="1" presStyleCnt="4">
        <dgm:presLayoutVars>
          <dgm:bulletEnabled val="1"/>
        </dgm:presLayoutVars>
      </dgm:prSet>
      <dgm:spPr/>
    </dgm:pt>
    <dgm:pt modelId="{71CEC929-83E9-42EA-988C-537C288685B2}" type="pres">
      <dgm:prSet presAssocID="{D5EEB64E-014B-44D9-BE0D-B40C3C88CA21}" presName="root" presStyleCnt="0"/>
      <dgm:spPr/>
    </dgm:pt>
    <dgm:pt modelId="{594409FC-0DE0-4219-8C70-0F158C66AC25}" type="pres">
      <dgm:prSet presAssocID="{D5EEB64E-014B-44D9-BE0D-B40C3C88CA21}" presName="rootComposite" presStyleCnt="0"/>
      <dgm:spPr/>
    </dgm:pt>
    <dgm:pt modelId="{E0B52FD7-CE99-4A4F-A84B-99EB6CC5717D}" type="pres">
      <dgm:prSet presAssocID="{D5EEB64E-014B-44D9-BE0D-B40C3C88CA21}" presName="rootText" presStyleLbl="node1" presStyleIdx="1" presStyleCnt="2"/>
      <dgm:spPr/>
    </dgm:pt>
    <dgm:pt modelId="{B6EE9E3E-C73E-4E99-B04F-91371595EC33}" type="pres">
      <dgm:prSet presAssocID="{D5EEB64E-014B-44D9-BE0D-B40C3C88CA21}" presName="rootConnector" presStyleLbl="node1" presStyleIdx="1" presStyleCnt="2"/>
      <dgm:spPr/>
    </dgm:pt>
    <dgm:pt modelId="{8EA463A3-F286-4F6E-BA62-847A17029948}" type="pres">
      <dgm:prSet presAssocID="{D5EEB64E-014B-44D9-BE0D-B40C3C88CA21}" presName="childShape" presStyleCnt="0"/>
      <dgm:spPr/>
    </dgm:pt>
    <dgm:pt modelId="{C62F468E-E423-4DA4-B35C-DF3B6B893563}" type="pres">
      <dgm:prSet presAssocID="{F5480C9E-8413-43CC-BCBD-1FD64427A318}" presName="Name13" presStyleLbl="parChTrans1D2" presStyleIdx="2" presStyleCnt="4"/>
      <dgm:spPr/>
    </dgm:pt>
    <dgm:pt modelId="{67F63D64-F285-407C-A622-C548B150BC91}" type="pres">
      <dgm:prSet presAssocID="{8019818E-3197-46AA-84B1-FCE033951A45}" presName="childText" presStyleLbl="bgAcc1" presStyleIdx="2" presStyleCnt="4">
        <dgm:presLayoutVars>
          <dgm:bulletEnabled val="1"/>
        </dgm:presLayoutVars>
      </dgm:prSet>
      <dgm:spPr/>
    </dgm:pt>
    <dgm:pt modelId="{699B5C7D-25C9-43ED-A9A1-0CEC76D30017}" type="pres">
      <dgm:prSet presAssocID="{FE67F729-2C52-409B-9203-BEEB0551A0C3}" presName="Name13" presStyleLbl="parChTrans1D2" presStyleIdx="3" presStyleCnt="4"/>
      <dgm:spPr/>
    </dgm:pt>
    <dgm:pt modelId="{98563C48-7045-4599-8AF3-B6989C845FD3}" type="pres">
      <dgm:prSet presAssocID="{515BC31F-1D08-4648-8DE0-F90B1E7BEC58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76872006-E658-47F9-A9B0-9DFF37763177}" type="presOf" srcId="{59F01616-0F7A-4011-8184-E7CC7C5FE7AC}" destId="{C2325220-50BC-45D7-95E2-61E6CFA9643C}" srcOrd="0" destOrd="0" presId="urn:microsoft.com/office/officeart/2005/8/layout/hierarchy3"/>
    <dgm:cxn modelId="{8EDFF914-405D-4703-BC3F-0A04BE6ABB35}" srcId="{59F01616-0F7A-4011-8184-E7CC7C5FE7AC}" destId="{D5EEB64E-014B-44D9-BE0D-B40C3C88CA21}" srcOrd="1" destOrd="0" parTransId="{0F79240F-4DFD-4D01-84AA-A09852C8C361}" sibTransId="{34AAECF7-10E3-4DA6-A7A8-E347C94C5218}"/>
    <dgm:cxn modelId="{8D9C3725-BA8F-4939-A778-2E1F0D3D11AA}" type="presOf" srcId="{8019818E-3197-46AA-84B1-FCE033951A45}" destId="{67F63D64-F285-407C-A622-C548B150BC91}" srcOrd="0" destOrd="0" presId="urn:microsoft.com/office/officeart/2005/8/layout/hierarchy3"/>
    <dgm:cxn modelId="{7731D12E-A08E-4413-9E98-9DD30B49B31F}" type="presOf" srcId="{175CC170-399F-44BA-947B-CF27AC95741E}" destId="{59F5FAE7-B167-44E4-B996-7CDC110B0314}" srcOrd="0" destOrd="0" presId="urn:microsoft.com/office/officeart/2005/8/layout/hierarchy3"/>
    <dgm:cxn modelId="{B3D95860-8524-44A4-BEAB-3689E3B0F095}" srcId="{59F01616-0F7A-4011-8184-E7CC7C5FE7AC}" destId="{175CC170-399F-44BA-947B-CF27AC95741E}" srcOrd="0" destOrd="0" parTransId="{3652D02D-2F03-47D1-A169-A95BCE2280CB}" sibTransId="{DA998931-15F7-42B5-BB20-D05DA41BBDEC}"/>
    <dgm:cxn modelId="{908CE860-6670-4A71-9685-ACF47CA1B7C4}" srcId="{175CC170-399F-44BA-947B-CF27AC95741E}" destId="{A372ED7D-B13B-4FE9-A805-B2CFC23EDA65}" srcOrd="1" destOrd="0" parTransId="{1BD30935-5C59-49B4-AACA-A64AA8F369DB}" sibTransId="{8AAC6769-020F-45BB-BD56-B39032A85236}"/>
    <dgm:cxn modelId="{248D0542-FBE4-41D4-BD68-B741DECD0924}" type="presOf" srcId="{FE67F729-2C52-409B-9203-BEEB0551A0C3}" destId="{699B5C7D-25C9-43ED-A9A1-0CEC76D30017}" srcOrd="0" destOrd="0" presId="urn:microsoft.com/office/officeart/2005/8/layout/hierarchy3"/>
    <dgm:cxn modelId="{A1449049-C40D-46C1-B624-4DFCA77D5CDF}" srcId="{D5EEB64E-014B-44D9-BE0D-B40C3C88CA21}" destId="{515BC31F-1D08-4648-8DE0-F90B1E7BEC58}" srcOrd="1" destOrd="0" parTransId="{FE67F729-2C52-409B-9203-BEEB0551A0C3}" sibTransId="{AC93DCB6-4903-4D1C-B85A-381CA899A830}"/>
    <dgm:cxn modelId="{F53CF670-20EC-43D1-93D8-38E579C2A865}" srcId="{D5EEB64E-014B-44D9-BE0D-B40C3C88CA21}" destId="{8019818E-3197-46AA-84B1-FCE033951A45}" srcOrd="0" destOrd="0" parTransId="{F5480C9E-8413-43CC-BCBD-1FD64427A318}" sibTransId="{F9EF36F5-CCD9-469F-B81B-F118C0A390EA}"/>
    <dgm:cxn modelId="{39AEFF53-897C-4BCC-A825-3B2BB824480C}" type="presOf" srcId="{D5EEB64E-014B-44D9-BE0D-B40C3C88CA21}" destId="{B6EE9E3E-C73E-4E99-B04F-91371595EC33}" srcOrd="1" destOrd="0" presId="urn:microsoft.com/office/officeart/2005/8/layout/hierarchy3"/>
    <dgm:cxn modelId="{E4455B7F-2C11-4584-8CFF-6A7C203EED82}" type="presOf" srcId="{DA8B1F3B-89E5-4645-8756-08126C2CE6F0}" destId="{1538D0F3-3018-42AC-BC08-5E90AE668882}" srcOrd="0" destOrd="0" presId="urn:microsoft.com/office/officeart/2005/8/layout/hierarchy3"/>
    <dgm:cxn modelId="{15D6399A-FB4F-477F-88E9-617F0C00D9A7}" type="presOf" srcId="{D5EEB64E-014B-44D9-BE0D-B40C3C88CA21}" destId="{E0B52FD7-CE99-4A4F-A84B-99EB6CC5717D}" srcOrd="0" destOrd="0" presId="urn:microsoft.com/office/officeart/2005/8/layout/hierarchy3"/>
    <dgm:cxn modelId="{3EF89A9E-4A8F-4293-8587-08037EF6B57A}" type="presOf" srcId="{1BD30935-5C59-49B4-AACA-A64AA8F369DB}" destId="{C109E45C-3471-4250-BF50-AF2814C42DB8}" srcOrd="0" destOrd="0" presId="urn:microsoft.com/office/officeart/2005/8/layout/hierarchy3"/>
    <dgm:cxn modelId="{0E7178B9-6563-4009-8ED6-F82C35559FD0}" type="presOf" srcId="{F5480C9E-8413-43CC-BCBD-1FD64427A318}" destId="{C62F468E-E423-4DA4-B35C-DF3B6B893563}" srcOrd="0" destOrd="0" presId="urn:microsoft.com/office/officeart/2005/8/layout/hierarchy3"/>
    <dgm:cxn modelId="{BAABB1CE-E775-4C44-A637-7BADC827B3F0}" type="presOf" srcId="{AFC771EF-7367-41DB-B1E8-369155200AB6}" destId="{E0FCC55C-D8BB-423B-9C52-826B38BEC154}" srcOrd="0" destOrd="0" presId="urn:microsoft.com/office/officeart/2005/8/layout/hierarchy3"/>
    <dgm:cxn modelId="{A25AE1D3-72E5-48DF-BBB6-0C11075684A9}" type="presOf" srcId="{175CC170-399F-44BA-947B-CF27AC95741E}" destId="{C4989F0D-5155-4960-BE31-A662B2D9F40F}" srcOrd="1" destOrd="0" presId="urn:microsoft.com/office/officeart/2005/8/layout/hierarchy3"/>
    <dgm:cxn modelId="{1146DFE8-C399-4626-945D-4CD60A37FEFA}" type="presOf" srcId="{515BC31F-1D08-4648-8DE0-F90B1E7BEC58}" destId="{98563C48-7045-4599-8AF3-B6989C845FD3}" srcOrd="0" destOrd="0" presId="urn:microsoft.com/office/officeart/2005/8/layout/hierarchy3"/>
    <dgm:cxn modelId="{416B09F7-CD13-4ECF-A45C-D58B3982A63F}" type="presOf" srcId="{A372ED7D-B13B-4FE9-A805-B2CFC23EDA65}" destId="{9385726E-E7F7-4C9F-A6D3-357FC50E6A70}" srcOrd="0" destOrd="0" presId="urn:microsoft.com/office/officeart/2005/8/layout/hierarchy3"/>
    <dgm:cxn modelId="{C65BB3FE-7738-4D31-B1C6-5D29D3CBE1F3}" srcId="{175CC170-399F-44BA-947B-CF27AC95741E}" destId="{DA8B1F3B-89E5-4645-8756-08126C2CE6F0}" srcOrd="0" destOrd="0" parTransId="{AFC771EF-7367-41DB-B1E8-369155200AB6}" sibTransId="{5BFBB812-ACDB-4D56-8C1B-C30DC0EEFB5D}"/>
    <dgm:cxn modelId="{02016F90-88E2-4FFA-A589-004F9BE5E367}" type="presParOf" srcId="{C2325220-50BC-45D7-95E2-61E6CFA9643C}" destId="{7DE093A5-00C4-4E5F-A8EB-6819266374B4}" srcOrd="0" destOrd="0" presId="urn:microsoft.com/office/officeart/2005/8/layout/hierarchy3"/>
    <dgm:cxn modelId="{7B37A799-79BF-4F34-B29C-C9B4A7E11FCC}" type="presParOf" srcId="{7DE093A5-00C4-4E5F-A8EB-6819266374B4}" destId="{C436757B-C4D1-428D-8629-2C484CCDC6A5}" srcOrd="0" destOrd="0" presId="urn:microsoft.com/office/officeart/2005/8/layout/hierarchy3"/>
    <dgm:cxn modelId="{20CDE642-F4CE-41A8-A062-FC99BBFCECAD}" type="presParOf" srcId="{C436757B-C4D1-428D-8629-2C484CCDC6A5}" destId="{59F5FAE7-B167-44E4-B996-7CDC110B0314}" srcOrd="0" destOrd="0" presId="urn:microsoft.com/office/officeart/2005/8/layout/hierarchy3"/>
    <dgm:cxn modelId="{F300C78A-308F-4D06-8628-44530A920D6A}" type="presParOf" srcId="{C436757B-C4D1-428D-8629-2C484CCDC6A5}" destId="{C4989F0D-5155-4960-BE31-A662B2D9F40F}" srcOrd="1" destOrd="0" presId="urn:microsoft.com/office/officeart/2005/8/layout/hierarchy3"/>
    <dgm:cxn modelId="{7D3D9A9A-4337-4BC9-8134-CE852767E5EE}" type="presParOf" srcId="{7DE093A5-00C4-4E5F-A8EB-6819266374B4}" destId="{085F5F26-2C8F-43F0-A992-31A5CC5E2247}" srcOrd="1" destOrd="0" presId="urn:microsoft.com/office/officeart/2005/8/layout/hierarchy3"/>
    <dgm:cxn modelId="{E148BD57-B5A2-44AE-9F27-20EF5FA22C95}" type="presParOf" srcId="{085F5F26-2C8F-43F0-A992-31A5CC5E2247}" destId="{E0FCC55C-D8BB-423B-9C52-826B38BEC154}" srcOrd="0" destOrd="0" presId="urn:microsoft.com/office/officeart/2005/8/layout/hierarchy3"/>
    <dgm:cxn modelId="{EAA8777B-54FE-4A01-814D-EEB32B4E9387}" type="presParOf" srcId="{085F5F26-2C8F-43F0-A992-31A5CC5E2247}" destId="{1538D0F3-3018-42AC-BC08-5E90AE668882}" srcOrd="1" destOrd="0" presId="urn:microsoft.com/office/officeart/2005/8/layout/hierarchy3"/>
    <dgm:cxn modelId="{14842D87-7F93-4ED0-AA46-F6F3747743F7}" type="presParOf" srcId="{085F5F26-2C8F-43F0-A992-31A5CC5E2247}" destId="{C109E45C-3471-4250-BF50-AF2814C42DB8}" srcOrd="2" destOrd="0" presId="urn:microsoft.com/office/officeart/2005/8/layout/hierarchy3"/>
    <dgm:cxn modelId="{67311F85-307A-4204-B1B6-9D28FC28DFFA}" type="presParOf" srcId="{085F5F26-2C8F-43F0-A992-31A5CC5E2247}" destId="{9385726E-E7F7-4C9F-A6D3-357FC50E6A70}" srcOrd="3" destOrd="0" presId="urn:microsoft.com/office/officeart/2005/8/layout/hierarchy3"/>
    <dgm:cxn modelId="{156C774B-B5CC-42CA-B580-98DFEA37AFFA}" type="presParOf" srcId="{C2325220-50BC-45D7-95E2-61E6CFA9643C}" destId="{71CEC929-83E9-42EA-988C-537C288685B2}" srcOrd="1" destOrd="0" presId="urn:microsoft.com/office/officeart/2005/8/layout/hierarchy3"/>
    <dgm:cxn modelId="{3C9A597C-F899-4CDF-BB7A-806B5467DC88}" type="presParOf" srcId="{71CEC929-83E9-42EA-988C-537C288685B2}" destId="{594409FC-0DE0-4219-8C70-0F158C66AC25}" srcOrd="0" destOrd="0" presId="urn:microsoft.com/office/officeart/2005/8/layout/hierarchy3"/>
    <dgm:cxn modelId="{BA441EA2-B065-49C5-8C3B-4594D338D582}" type="presParOf" srcId="{594409FC-0DE0-4219-8C70-0F158C66AC25}" destId="{E0B52FD7-CE99-4A4F-A84B-99EB6CC5717D}" srcOrd="0" destOrd="0" presId="urn:microsoft.com/office/officeart/2005/8/layout/hierarchy3"/>
    <dgm:cxn modelId="{90F22879-0030-42BD-A0B6-108C6EAFB3F9}" type="presParOf" srcId="{594409FC-0DE0-4219-8C70-0F158C66AC25}" destId="{B6EE9E3E-C73E-4E99-B04F-91371595EC33}" srcOrd="1" destOrd="0" presId="urn:microsoft.com/office/officeart/2005/8/layout/hierarchy3"/>
    <dgm:cxn modelId="{2AF23A0C-5630-4509-8C53-8276355731CF}" type="presParOf" srcId="{71CEC929-83E9-42EA-988C-537C288685B2}" destId="{8EA463A3-F286-4F6E-BA62-847A17029948}" srcOrd="1" destOrd="0" presId="urn:microsoft.com/office/officeart/2005/8/layout/hierarchy3"/>
    <dgm:cxn modelId="{9BB47C64-2BF5-4D77-ABB2-E17818F7EE8E}" type="presParOf" srcId="{8EA463A3-F286-4F6E-BA62-847A17029948}" destId="{C62F468E-E423-4DA4-B35C-DF3B6B893563}" srcOrd="0" destOrd="0" presId="urn:microsoft.com/office/officeart/2005/8/layout/hierarchy3"/>
    <dgm:cxn modelId="{5FB1B40B-B980-48FF-9445-7B729900FEDF}" type="presParOf" srcId="{8EA463A3-F286-4F6E-BA62-847A17029948}" destId="{67F63D64-F285-407C-A622-C548B150BC91}" srcOrd="1" destOrd="0" presId="urn:microsoft.com/office/officeart/2005/8/layout/hierarchy3"/>
    <dgm:cxn modelId="{CBCDFE96-BAFA-42E0-B375-7ECFDB48927A}" type="presParOf" srcId="{8EA463A3-F286-4F6E-BA62-847A17029948}" destId="{699B5C7D-25C9-43ED-A9A1-0CEC76D30017}" srcOrd="2" destOrd="0" presId="urn:microsoft.com/office/officeart/2005/8/layout/hierarchy3"/>
    <dgm:cxn modelId="{D113CE88-7076-4AAB-A084-469129C1995E}" type="presParOf" srcId="{8EA463A3-F286-4F6E-BA62-847A17029948}" destId="{98563C48-7045-4599-8AF3-B6989C845FD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0FB013-9EB4-4FE7-B599-4E3C71DF2D1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0EC2FD0-41D4-46CF-9E10-4434EFA2463B}">
      <dgm:prSet phldrT="[텍스트]"/>
      <dgm:spPr/>
      <dgm:t>
        <a:bodyPr/>
        <a:lstStyle/>
        <a:p>
          <a:pPr latinLnBrk="1"/>
          <a:r>
            <a:rPr lang="en-US" altLang="ko-KR" dirty="0"/>
            <a:t>Powell</a:t>
          </a:r>
          <a:endParaRPr lang="ko-KR" altLang="en-US" dirty="0"/>
        </a:p>
      </dgm:t>
    </dgm:pt>
    <dgm:pt modelId="{137DAC79-2AF8-4374-AC66-4F7A5B0F7E55}" type="parTrans" cxnId="{4F7A02EE-4CCA-44D1-9D4E-5DE7C9B8B1D2}">
      <dgm:prSet/>
      <dgm:spPr/>
      <dgm:t>
        <a:bodyPr/>
        <a:lstStyle/>
        <a:p>
          <a:pPr latinLnBrk="1"/>
          <a:endParaRPr lang="ko-KR" altLang="en-US"/>
        </a:p>
      </dgm:t>
    </dgm:pt>
    <dgm:pt modelId="{E0200FE9-67DB-4495-8BA5-D0DE62C8AE64}" type="sibTrans" cxnId="{4F7A02EE-4CCA-44D1-9D4E-5DE7C9B8B1D2}">
      <dgm:prSet/>
      <dgm:spPr/>
      <dgm:t>
        <a:bodyPr/>
        <a:lstStyle/>
        <a:p>
          <a:pPr latinLnBrk="1"/>
          <a:endParaRPr lang="ko-KR" altLang="en-US"/>
        </a:p>
      </dgm:t>
    </dgm:pt>
    <dgm:pt modelId="{B10B95D1-1920-4810-94F8-7D94DBFC96BB}">
      <dgm:prSet phldrT="[텍스트]"/>
      <dgm:spPr/>
      <dgm:t>
        <a:bodyPr/>
        <a:lstStyle/>
        <a:p>
          <a:pPr latinLnBrk="1"/>
          <a:r>
            <a:rPr lang="en-US" altLang="ko-KR" dirty="0" err="1"/>
            <a:t>Nelder_Mead</a:t>
          </a:r>
          <a:endParaRPr lang="ko-KR" altLang="en-US" dirty="0"/>
        </a:p>
      </dgm:t>
    </dgm:pt>
    <dgm:pt modelId="{87CD7B6D-77F8-4BCC-BC71-424E2AFF5ACA}" type="parTrans" cxnId="{752170F4-C244-4D67-8004-39EEC76978E1}">
      <dgm:prSet/>
      <dgm:spPr/>
      <dgm:t>
        <a:bodyPr/>
        <a:lstStyle/>
        <a:p>
          <a:pPr latinLnBrk="1"/>
          <a:endParaRPr lang="ko-KR" altLang="en-US"/>
        </a:p>
      </dgm:t>
    </dgm:pt>
    <dgm:pt modelId="{0616E044-AE63-4530-85DE-23FACB11DD4A}" type="sibTrans" cxnId="{752170F4-C244-4D67-8004-39EEC76978E1}">
      <dgm:prSet/>
      <dgm:spPr/>
      <dgm:t>
        <a:bodyPr/>
        <a:lstStyle/>
        <a:p>
          <a:pPr latinLnBrk="1"/>
          <a:endParaRPr lang="ko-KR" altLang="en-US"/>
        </a:p>
      </dgm:t>
    </dgm:pt>
    <dgm:pt modelId="{06E1B79F-43F9-432F-B684-699D8AE0F1A6}">
      <dgm:prSet phldrT="[텍스트]"/>
      <dgm:spPr/>
      <dgm:t>
        <a:bodyPr/>
        <a:lstStyle/>
        <a:p>
          <a:pPr latinLnBrk="1"/>
          <a:r>
            <a:rPr lang="en-US" altLang="ko-KR" dirty="0" err="1"/>
            <a:t>Differential_evolution</a:t>
          </a:r>
          <a:endParaRPr lang="ko-KR" altLang="en-US" dirty="0"/>
        </a:p>
      </dgm:t>
    </dgm:pt>
    <dgm:pt modelId="{B954A33A-7C45-4740-8359-3799F95708E8}" type="parTrans" cxnId="{10F3908A-2F38-4527-A8F0-DB11D1BDA90E}">
      <dgm:prSet/>
      <dgm:spPr/>
      <dgm:t>
        <a:bodyPr/>
        <a:lstStyle/>
        <a:p>
          <a:pPr latinLnBrk="1"/>
          <a:endParaRPr lang="ko-KR" altLang="en-US"/>
        </a:p>
      </dgm:t>
    </dgm:pt>
    <dgm:pt modelId="{2790F601-D9BC-46FB-8928-3C967ABDB165}" type="sibTrans" cxnId="{10F3908A-2F38-4527-A8F0-DB11D1BDA90E}">
      <dgm:prSet/>
      <dgm:spPr/>
      <dgm:t>
        <a:bodyPr/>
        <a:lstStyle/>
        <a:p>
          <a:pPr latinLnBrk="1"/>
          <a:endParaRPr lang="ko-KR" altLang="en-US"/>
        </a:p>
      </dgm:t>
    </dgm:pt>
    <dgm:pt modelId="{E7A6EE9B-DD0C-4068-AC30-1AF1A52FB974}" type="pres">
      <dgm:prSet presAssocID="{380FB013-9EB4-4FE7-B599-4E3C71DF2D1C}" presName="linearFlow" presStyleCnt="0">
        <dgm:presLayoutVars>
          <dgm:resizeHandles val="exact"/>
        </dgm:presLayoutVars>
      </dgm:prSet>
      <dgm:spPr/>
    </dgm:pt>
    <dgm:pt modelId="{A538F02D-CEA0-4FD6-8CBD-C53C4AA1B53C}" type="pres">
      <dgm:prSet presAssocID="{80EC2FD0-41D4-46CF-9E10-4434EFA2463B}" presName="node" presStyleLbl="node1" presStyleIdx="0" presStyleCnt="3">
        <dgm:presLayoutVars>
          <dgm:bulletEnabled val="1"/>
        </dgm:presLayoutVars>
      </dgm:prSet>
      <dgm:spPr/>
    </dgm:pt>
    <dgm:pt modelId="{AAFC16F5-00C9-48F5-B4CC-3A6E40B74A8B}" type="pres">
      <dgm:prSet presAssocID="{E0200FE9-67DB-4495-8BA5-D0DE62C8AE64}" presName="sibTrans" presStyleLbl="sibTrans2D1" presStyleIdx="0" presStyleCnt="2"/>
      <dgm:spPr/>
    </dgm:pt>
    <dgm:pt modelId="{C96A0A61-81FB-4A00-B3C7-6AD89B127184}" type="pres">
      <dgm:prSet presAssocID="{E0200FE9-67DB-4495-8BA5-D0DE62C8AE64}" presName="connectorText" presStyleLbl="sibTrans2D1" presStyleIdx="0" presStyleCnt="2"/>
      <dgm:spPr/>
    </dgm:pt>
    <dgm:pt modelId="{12554EFE-0F72-4C9F-8EA0-F732B98188FA}" type="pres">
      <dgm:prSet presAssocID="{B10B95D1-1920-4810-94F8-7D94DBFC96BB}" presName="node" presStyleLbl="node1" presStyleIdx="1" presStyleCnt="3">
        <dgm:presLayoutVars>
          <dgm:bulletEnabled val="1"/>
        </dgm:presLayoutVars>
      </dgm:prSet>
      <dgm:spPr/>
    </dgm:pt>
    <dgm:pt modelId="{2D763FA1-F408-4A86-A95B-D9113F47BE5D}" type="pres">
      <dgm:prSet presAssocID="{0616E044-AE63-4530-85DE-23FACB11DD4A}" presName="sibTrans" presStyleLbl="sibTrans2D1" presStyleIdx="1" presStyleCnt="2"/>
      <dgm:spPr/>
    </dgm:pt>
    <dgm:pt modelId="{F387C7B1-4134-4A5E-8A65-66D359EE7F03}" type="pres">
      <dgm:prSet presAssocID="{0616E044-AE63-4530-85DE-23FACB11DD4A}" presName="connectorText" presStyleLbl="sibTrans2D1" presStyleIdx="1" presStyleCnt="2"/>
      <dgm:spPr/>
    </dgm:pt>
    <dgm:pt modelId="{D6F200DD-C81E-4B25-9258-5E525813C444}" type="pres">
      <dgm:prSet presAssocID="{06E1B79F-43F9-432F-B684-699D8AE0F1A6}" presName="node" presStyleLbl="node1" presStyleIdx="2" presStyleCnt="3">
        <dgm:presLayoutVars>
          <dgm:bulletEnabled val="1"/>
        </dgm:presLayoutVars>
      </dgm:prSet>
      <dgm:spPr/>
    </dgm:pt>
  </dgm:ptLst>
  <dgm:cxnLst>
    <dgm:cxn modelId="{6985F805-98E0-41CB-802F-C319BB3BE729}" type="presOf" srcId="{E0200FE9-67DB-4495-8BA5-D0DE62C8AE64}" destId="{AAFC16F5-00C9-48F5-B4CC-3A6E40B74A8B}" srcOrd="0" destOrd="0" presId="urn:microsoft.com/office/officeart/2005/8/layout/process2"/>
    <dgm:cxn modelId="{935EAD10-03BE-49E8-AB70-0F3480BC5A08}" type="presOf" srcId="{06E1B79F-43F9-432F-B684-699D8AE0F1A6}" destId="{D6F200DD-C81E-4B25-9258-5E525813C444}" srcOrd="0" destOrd="0" presId="urn:microsoft.com/office/officeart/2005/8/layout/process2"/>
    <dgm:cxn modelId="{2BDA5614-C992-4840-A7AE-E92A4D029103}" type="presOf" srcId="{B10B95D1-1920-4810-94F8-7D94DBFC96BB}" destId="{12554EFE-0F72-4C9F-8EA0-F732B98188FA}" srcOrd="0" destOrd="0" presId="urn:microsoft.com/office/officeart/2005/8/layout/process2"/>
    <dgm:cxn modelId="{05016C37-C42C-4E02-9592-DBD97A3EB5C8}" type="presOf" srcId="{E0200FE9-67DB-4495-8BA5-D0DE62C8AE64}" destId="{C96A0A61-81FB-4A00-B3C7-6AD89B127184}" srcOrd="1" destOrd="0" presId="urn:microsoft.com/office/officeart/2005/8/layout/process2"/>
    <dgm:cxn modelId="{D4E1B46D-1AD1-4A92-B600-203DE4F3D62D}" type="presOf" srcId="{80EC2FD0-41D4-46CF-9E10-4434EFA2463B}" destId="{A538F02D-CEA0-4FD6-8CBD-C53C4AA1B53C}" srcOrd="0" destOrd="0" presId="urn:microsoft.com/office/officeart/2005/8/layout/process2"/>
    <dgm:cxn modelId="{10F3908A-2F38-4527-A8F0-DB11D1BDA90E}" srcId="{380FB013-9EB4-4FE7-B599-4E3C71DF2D1C}" destId="{06E1B79F-43F9-432F-B684-699D8AE0F1A6}" srcOrd="2" destOrd="0" parTransId="{B954A33A-7C45-4740-8359-3799F95708E8}" sibTransId="{2790F601-D9BC-46FB-8928-3C967ABDB165}"/>
    <dgm:cxn modelId="{079C63DB-6019-4AC4-9E3B-9163BE17C8BF}" type="presOf" srcId="{0616E044-AE63-4530-85DE-23FACB11DD4A}" destId="{F387C7B1-4134-4A5E-8A65-66D359EE7F03}" srcOrd="1" destOrd="0" presId="urn:microsoft.com/office/officeart/2005/8/layout/process2"/>
    <dgm:cxn modelId="{186730E9-E485-4F20-B112-338427171353}" type="presOf" srcId="{380FB013-9EB4-4FE7-B599-4E3C71DF2D1C}" destId="{E7A6EE9B-DD0C-4068-AC30-1AF1A52FB974}" srcOrd="0" destOrd="0" presId="urn:microsoft.com/office/officeart/2005/8/layout/process2"/>
    <dgm:cxn modelId="{B70FFAEB-1181-47EB-99E4-77E208FF0D8D}" type="presOf" srcId="{0616E044-AE63-4530-85DE-23FACB11DD4A}" destId="{2D763FA1-F408-4A86-A95B-D9113F47BE5D}" srcOrd="0" destOrd="0" presId="urn:microsoft.com/office/officeart/2005/8/layout/process2"/>
    <dgm:cxn modelId="{4F7A02EE-4CCA-44D1-9D4E-5DE7C9B8B1D2}" srcId="{380FB013-9EB4-4FE7-B599-4E3C71DF2D1C}" destId="{80EC2FD0-41D4-46CF-9E10-4434EFA2463B}" srcOrd="0" destOrd="0" parTransId="{137DAC79-2AF8-4374-AC66-4F7A5B0F7E55}" sibTransId="{E0200FE9-67DB-4495-8BA5-D0DE62C8AE64}"/>
    <dgm:cxn modelId="{752170F4-C244-4D67-8004-39EEC76978E1}" srcId="{380FB013-9EB4-4FE7-B599-4E3C71DF2D1C}" destId="{B10B95D1-1920-4810-94F8-7D94DBFC96BB}" srcOrd="1" destOrd="0" parTransId="{87CD7B6D-77F8-4BCC-BC71-424E2AFF5ACA}" sibTransId="{0616E044-AE63-4530-85DE-23FACB11DD4A}"/>
    <dgm:cxn modelId="{0C4E1367-CD14-4876-8AD9-CCF57913A672}" type="presParOf" srcId="{E7A6EE9B-DD0C-4068-AC30-1AF1A52FB974}" destId="{A538F02D-CEA0-4FD6-8CBD-C53C4AA1B53C}" srcOrd="0" destOrd="0" presId="urn:microsoft.com/office/officeart/2005/8/layout/process2"/>
    <dgm:cxn modelId="{4D2125FA-309E-45FD-A419-AF233627B680}" type="presParOf" srcId="{E7A6EE9B-DD0C-4068-AC30-1AF1A52FB974}" destId="{AAFC16F5-00C9-48F5-B4CC-3A6E40B74A8B}" srcOrd="1" destOrd="0" presId="urn:microsoft.com/office/officeart/2005/8/layout/process2"/>
    <dgm:cxn modelId="{90D158DF-1F58-4026-BAC9-1B1E50D7D49A}" type="presParOf" srcId="{AAFC16F5-00C9-48F5-B4CC-3A6E40B74A8B}" destId="{C96A0A61-81FB-4A00-B3C7-6AD89B127184}" srcOrd="0" destOrd="0" presId="urn:microsoft.com/office/officeart/2005/8/layout/process2"/>
    <dgm:cxn modelId="{367FD4EF-36A9-4457-A65E-344413C97A03}" type="presParOf" srcId="{E7A6EE9B-DD0C-4068-AC30-1AF1A52FB974}" destId="{12554EFE-0F72-4C9F-8EA0-F732B98188FA}" srcOrd="2" destOrd="0" presId="urn:microsoft.com/office/officeart/2005/8/layout/process2"/>
    <dgm:cxn modelId="{DC4A490F-EAF5-4F76-B174-D144A9E814CE}" type="presParOf" srcId="{E7A6EE9B-DD0C-4068-AC30-1AF1A52FB974}" destId="{2D763FA1-F408-4A86-A95B-D9113F47BE5D}" srcOrd="3" destOrd="0" presId="urn:microsoft.com/office/officeart/2005/8/layout/process2"/>
    <dgm:cxn modelId="{425B7B20-97F4-4576-B394-DB35686114FC}" type="presParOf" srcId="{2D763FA1-F408-4A86-A95B-D9113F47BE5D}" destId="{F387C7B1-4134-4A5E-8A65-66D359EE7F03}" srcOrd="0" destOrd="0" presId="urn:microsoft.com/office/officeart/2005/8/layout/process2"/>
    <dgm:cxn modelId="{5D166C4F-C59F-455D-9C83-3D2DFFA207E5}" type="presParOf" srcId="{E7A6EE9B-DD0C-4068-AC30-1AF1A52FB974}" destId="{D6F200DD-C81E-4B25-9258-5E525813C44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5FAE7-B167-44E4-B996-7CDC110B0314}">
      <dsp:nvSpPr>
        <dsp:cNvPr id="0" name=""/>
        <dsp:cNvSpPr/>
      </dsp:nvSpPr>
      <dsp:spPr>
        <a:xfrm>
          <a:off x="638025" y="1344"/>
          <a:ext cx="2345693" cy="1172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kern="1200" dirty="0"/>
            <a:t>Local optimization</a:t>
          </a:r>
          <a:endParaRPr lang="ko-KR" altLang="en-US" sz="3300" kern="1200" dirty="0"/>
        </a:p>
      </dsp:txBody>
      <dsp:txXfrm>
        <a:off x="672376" y="35695"/>
        <a:ext cx="2276991" cy="1104144"/>
      </dsp:txXfrm>
    </dsp:sp>
    <dsp:sp modelId="{E0FCC55C-D8BB-423B-9C52-826B38BEC154}">
      <dsp:nvSpPr>
        <dsp:cNvPr id="0" name=""/>
        <dsp:cNvSpPr/>
      </dsp:nvSpPr>
      <dsp:spPr>
        <a:xfrm>
          <a:off x="872594" y="1174191"/>
          <a:ext cx="234569" cy="87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9634"/>
              </a:lnTo>
              <a:lnTo>
                <a:pt x="234569" y="8796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8D0F3-3018-42AC-BC08-5E90AE668882}">
      <dsp:nvSpPr>
        <dsp:cNvPr id="0" name=""/>
        <dsp:cNvSpPr/>
      </dsp:nvSpPr>
      <dsp:spPr>
        <a:xfrm>
          <a:off x="1107163" y="1467402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 err="1"/>
            <a:t>Nelder</a:t>
          </a:r>
          <a:r>
            <a:rPr lang="en-US" altLang="ko-KR" sz="2100" kern="1200" dirty="0"/>
            <a:t>-Mead</a:t>
          </a:r>
          <a:endParaRPr lang="ko-KR" altLang="en-US" sz="2100" kern="1200" dirty="0"/>
        </a:p>
      </dsp:txBody>
      <dsp:txXfrm>
        <a:off x="1141514" y="1501753"/>
        <a:ext cx="1807852" cy="1104144"/>
      </dsp:txXfrm>
    </dsp:sp>
    <dsp:sp modelId="{C109E45C-3471-4250-BF50-AF2814C42DB8}">
      <dsp:nvSpPr>
        <dsp:cNvPr id="0" name=""/>
        <dsp:cNvSpPr/>
      </dsp:nvSpPr>
      <dsp:spPr>
        <a:xfrm>
          <a:off x="872594" y="1174191"/>
          <a:ext cx="234569" cy="23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5693"/>
              </a:lnTo>
              <a:lnTo>
                <a:pt x="234569" y="23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85726E-E7F7-4C9F-A6D3-357FC50E6A70}">
      <dsp:nvSpPr>
        <dsp:cNvPr id="0" name=""/>
        <dsp:cNvSpPr/>
      </dsp:nvSpPr>
      <dsp:spPr>
        <a:xfrm>
          <a:off x="1107163" y="2933460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Powell</a:t>
          </a:r>
          <a:endParaRPr lang="ko-KR" altLang="en-US" sz="2100" kern="1200" dirty="0"/>
        </a:p>
      </dsp:txBody>
      <dsp:txXfrm>
        <a:off x="1141514" y="2967811"/>
        <a:ext cx="1807852" cy="1104144"/>
      </dsp:txXfrm>
    </dsp:sp>
    <dsp:sp modelId="{E0B52FD7-CE99-4A4F-A84B-99EB6CC5717D}">
      <dsp:nvSpPr>
        <dsp:cNvPr id="0" name=""/>
        <dsp:cNvSpPr/>
      </dsp:nvSpPr>
      <dsp:spPr>
        <a:xfrm>
          <a:off x="3570141" y="1344"/>
          <a:ext cx="2345693" cy="11728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kern="1200" dirty="0"/>
            <a:t>Global optimization</a:t>
          </a:r>
          <a:endParaRPr lang="ko-KR" altLang="en-US" sz="3300" kern="1200" dirty="0"/>
        </a:p>
      </dsp:txBody>
      <dsp:txXfrm>
        <a:off x="3604492" y="35695"/>
        <a:ext cx="2276991" cy="1104144"/>
      </dsp:txXfrm>
    </dsp:sp>
    <dsp:sp modelId="{C62F468E-E423-4DA4-B35C-DF3B6B893563}">
      <dsp:nvSpPr>
        <dsp:cNvPr id="0" name=""/>
        <dsp:cNvSpPr/>
      </dsp:nvSpPr>
      <dsp:spPr>
        <a:xfrm>
          <a:off x="3804710" y="1174191"/>
          <a:ext cx="234569" cy="879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9634"/>
              </a:lnTo>
              <a:lnTo>
                <a:pt x="234569" y="8796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F63D64-F285-407C-A622-C548B150BC91}">
      <dsp:nvSpPr>
        <dsp:cNvPr id="0" name=""/>
        <dsp:cNvSpPr/>
      </dsp:nvSpPr>
      <dsp:spPr>
        <a:xfrm>
          <a:off x="4039280" y="1467402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Differential_</a:t>
          </a:r>
        </a:p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evolution</a:t>
          </a:r>
          <a:endParaRPr lang="ko-KR" altLang="en-US" sz="2100" kern="1200" dirty="0"/>
        </a:p>
      </dsp:txBody>
      <dsp:txXfrm>
        <a:off x="4073631" y="1501753"/>
        <a:ext cx="1807852" cy="1104144"/>
      </dsp:txXfrm>
    </dsp:sp>
    <dsp:sp modelId="{699B5C7D-25C9-43ED-A9A1-0CEC76D30017}">
      <dsp:nvSpPr>
        <dsp:cNvPr id="0" name=""/>
        <dsp:cNvSpPr/>
      </dsp:nvSpPr>
      <dsp:spPr>
        <a:xfrm>
          <a:off x="3804710" y="1174191"/>
          <a:ext cx="234569" cy="2345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5693"/>
              </a:lnTo>
              <a:lnTo>
                <a:pt x="234569" y="2345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63C48-7045-4599-8AF3-B6989C845FD3}">
      <dsp:nvSpPr>
        <dsp:cNvPr id="0" name=""/>
        <dsp:cNvSpPr/>
      </dsp:nvSpPr>
      <dsp:spPr>
        <a:xfrm>
          <a:off x="4039280" y="2933460"/>
          <a:ext cx="1876554" cy="1172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 err="1"/>
            <a:t>Dual_annealing</a:t>
          </a:r>
          <a:endParaRPr lang="ko-KR" altLang="en-US" sz="2100" kern="1200" dirty="0"/>
        </a:p>
      </dsp:txBody>
      <dsp:txXfrm>
        <a:off x="4073631" y="2967811"/>
        <a:ext cx="1807852" cy="1104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8F02D-CEA0-4FD6-8CBD-C53C4AA1B53C}">
      <dsp:nvSpPr>
        <dsp:cNvPr id="0" name=""/>
        <dsp:cNvSpPr/>
      </dsp:nvSpPr>
      <dsp:spPr>
        <a:xfrm>
          <a:off x="985754" y="0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Powell</a:t>
          </a:r>
          <a:endParaRPr lang="ko-KR" altLang="en-US" sz="1800" kern="1200" dirty="0"/>
        </a:p>
      </dsp:txBody>
      <dsp:txXfrm>
        <a:off x="1013312" y="27558"/>
        <a:ext cx="2220696" cy="885788"/>
      </dsp:txXfrm>
    </dsp:sp>
    <dsp:sp modelId="{AAFC16F5-00C9-48F5-B4CC-3A6E40B74A8B}">
      <dsp:nvSpPr>
        <dsp:cNvPr id="0" name=""/>
        <dsp:cNvSpPr/>
      </dsp:nvSpPr>
      <dsp:spPr>
        <a:xfrm rot="5400000">
          <a:off x="1947241" y="964426"/>
          <a:ext cx="352839" cy="423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-5400000">
        <a:off x="1996639" y="999709"/>
        <a:ext cx="254044" cy="246987"/>
      </dsp:txXfrm>
    </dsp:sp>
    <dsp:sp modelId="{12554EFE-0F72-4C9F-8EA0-F732B98188FA}">
      <dsp:nvSpPr>
        <dsp:cNvPr id="0" name=""/>
        <dsp:cNvSpPr/>
      </dsp:nvSpPr>
      <dsp:spPr>
        <a:xfrm>
          <a:off x="985754" y="1411356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 err="1"/>
            <a:t>Nelder_Mead</a:t>
          </a:r>
          <a:endParaRPr lang="ko-KR" altLang="en-US" sz="1800" kern="1200" dirty="0"/>
        </a:p>
      </dsp:txBody>
      <dsp:txXfrm>
        <a:off x="1013312" y="1438914"/>
        <a:ext cx="2220696" cy="885788"/>
      </dsp:txXfrm>
    </dsp:sp>
    <dsp:sp modelId="{2D763FA1-F408-4A86-A95B-D9113F47BE5D}">
      <dsp:nvSpPr>
        <dsp:cNvPr id="0" name=""/>
        <dsp:cNvSpPr/>
      </dsp:nvSpPr>
      <dsp:spPr>
        <a:xfrm rot="5400000">
          <a:off x="1947241" y="2375783"/>
          <a:ext cx="352839" cy="4234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 rot="-5400000">
        <a:off x="1996639" y="2411066"/>
        <a:ext cx="254044" cy="246987"/>
      </dsp:txXfrm>
    </dsp:sp>
    <dsp:sp modelId="{D6F200DD-C81E-4B25-9258-5E525813C444}">
      <dsp:nvSpPr>
        <dsp:cNvPr id="0" name=""/>
        <dsp:cNvSpPr/>
      </dsp:nvSpPr>
      <dsp:spPr>
        <a:xfrm>
          <a:off x="985754" y="2822712"/>
          <a:ext cx="2275812" cy="940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 err="1"/>
            <a:t>Differential_evolution</a:t>
          </a:r>
          <a:endParaRPr lang="ko-KR" altLang="en-US" sz="1800" kern="1200" dirty="0"/>
        </a:p>
      </dsp:txBody>
      <dsp:txXfrm>
        <a:off x="1013312" y="2850270"/>
        <a:ext cx="2220696" cy="885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6A8CE-39C4-482E-A713-99AAEDE90BAB}" type="datetimeFigureOut">
              <a:rPr lang="ko-KR" altLang="en-US" smtClean="0"/>
              <a:t>2023-01-18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14C18-13D7-4FE8-824F-8A4962C77F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2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양자 상태의 밀도 행렬이 주어지면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x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게이트에 의해 회전하는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"/>
              </a:rPr>
              <a:t>세타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 값과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z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게이트에 의해 회전하는 파이 값을 예측한다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예측 값과 실제 값의 차이를 찾습니다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419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예측값과</a:t>
            </a:r>
            <a:r>
              <a:rPr lang="ko-KR" altLang="en-US" dirty="0"/>
              <a:t> 실제 값 사이의 오차가 적은 최적화 알고리즘을 구한다</a:t>
            </a:r>
            <a:endParaRPr lang="en-US" altLang="ko-KR" dirty="0"/>
          </a:p>
          <a:p>
            <a:r>
              <a:rPr lang="ko-KR" altLang="en-US" dirty="0"/>
              <a:t>알고리즘 작동 시간을 측정하여 오차 대비 시간적으로 이익을 얻을 수 있는 방안을 모색한다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어느 정도의 오차를 허용 범위 내로 인식해야 하는지를 통계적으로 분석해본다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결과값</a:t>
            </a:r>
            <a:r>
              <a:rPr lang="en-US" altLang="ko-KR" dirty="0"/>
              <a:t>(theta, phi)</a:t>
            </a:r>
            <a:r>
              <a:rPr lang="ko-KR" altLang="en-US" dirty="0"/>
              <a:t>에 </a:t>
            </a:r>
            <a:r>
              <a:rPr lang="en-US" altLang="ko-KR" dirty="0"/>
              <a:t>0~ℼ, 0~2ℼ</a:t>
            </a:r>
            <a:r>
              <a:rPr lang="ko-KR" altLang="en-US" dirty="0"/>
              <a:t>까지의 범위를 지정하고</a:t>
            </a:r>
            <a:r>
              <a:rPr lang="en-US" altLang="ko-KR" dirty="0"/>
              <a:t>, </a:t>
            </a:r>
            <a:r>
              <a:rPr lang="ko-KR" altLang="en-US" dirty="0"/>
              <a:t>무작위 변수를 초기값으로 입력한다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10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Local optimization</a:t>
            </a:r>
            <a:r>
              <a:rPr lang="ko-KR" altLang="en-US" dirty="0"/>
              <a:t>의 경우에는 </a:t>
            </a:r>
            <a:r>
              <a:rPr lang="en-US" altLang="ko-KR" dirty="0" err="1"/>
              <a:t>powell</a:t>
            </a:r>
            <a:r>
              <a:rPr lang="en-US" altLang="ko-KR" dirty="0"/>
              <a:t>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</a:t>
            </a:r>
            <a:r>
              <a:rPr lang="ko-KR" altLang="en-US" dirty="0"/>
              <a:t>방식을 사용하였고</a:t>
            </a:r>
            <a:r>
              <a:rPr lang="en-US" altLang="ko-KR" dirty="0"/>
              <a:t>, </a:t>
            </a:r>
            <a:r>
              <a:rPr lang="en-US" altLang="ko-KR" dirty="0" err="1"/>
              <a:t>powell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Nelder</a:t>
            </a:r>
            <a:r>
              <a:rPr lang="en-US" altLang="ko-KR" dirty="0"/>
              <a:t>-Mead </a:t>
            </a:r>
            <a:r>
              <a:rPr lang="ko-KR" altLang="en-US" dirty="0"/>
              <a:t>방식이 가장 </a:t>
            </a:r>
            <a:r>
              <a:rPr lang="en-US" altLang="ko-KR" dirty="0"/>
              <a:t>minimized </a:t>
            </a:r>
            <a:r>
              <a:rPr lang="ko-KR" altLang="en-US" dirty="0"/>
              <a:t>성능이 가장 좋았습니다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Global optimization</a:t>
            </a:r>
            <a:r>
              <a:rPr lang="ko-KR" altLang="en-US" dirty="0"/>
              <a:t>의 경우에는 </a:t>
            </a:r>
            <a:r>
              <a:rPr lang="en-US" altLang="ko-KR" dirty="0" err="1"/>
              <a:t>powell</a:t>
            </a:r>
            <a:r>
              <a:rPr lang="en-US" altLang="ko-KR" dirty="0"/>
              <a:t>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</a:t>
            </a:r>
            <a:r>
              <a:rPr lang="ko-KR" altLang="en-US" dirty="0"/>
              <a:t>방식을 사용하였고</a:t>
            </a:r>
            <a:r>
              <a:rPr lang="en-US" altLang="ko-KR" dirty="0"/>
              <a:t>, </a:t>
            </a:r>
            <a:r>
              <a:rPr lang="en-US" altLang="ko-KR" dirty="0" err="1"/>
              <a:t>powell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Nelder</a:t>
            </a:r>
            <a:r>
              <a:rPr lang="en-US" altLang="ko-KR" dirty="0"/>
              <a:t>-Mead </a:t>
            </a:r>
            <a:r>
              <a:rPr lang="ko-KR" altLang="en-US" dirty="0"/>
              <a:t>방식이 가장 </a:t>
            </a:r>
            <a:r>
              <a:rPr lang="en-US" altLang="ko-KR" dirty="0"/>
              <a:t>minimized </a:t>
            </a:r>
            <a:r>
              <a:rPr lang="ko-KR" altLang="en-US" dirty="0"/>
              <a:t>성능이 가장 좋았습니다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1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560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14C18-13D7-4FE8-824F-8A4962C77F6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78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3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7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5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0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8839C-89D2-31AA-323F-C1AC383A9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 Center Optimization gate</a:t>
            </a:r>
            <a:endParaRPr lang="ko-KR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90CEEB-C6C3-76F7-6687-09D924F2E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224" y="4488426"/>
            <a:ext cx="6991776" cy="1302774"/>
          </a:xfrm>
        </p:spPr>
        <p:txBody>
          <a:bodyPr/>
          <a:lstStyle/>
          <a:p>
            <a:pPr algn="r"/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김도겸</a:t>
            </a:r>
          </a:p>
        </p:txBody>
      </p:sp>
    </p:spTree>
    <p:extLst>
      <p:ext uri="{BB962C8B-B14F-4D97-AF65-F5344CB8AC3E}">
        <p14:creationId xmlns:p14="http://schemas.microsoft.com/office/powerpoint/2010/main" val="399543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50AA7-5ED4-68A3-79EC-9AFDF724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study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8F3CE-7154-5889-2AC6-406B78FF9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Given the density matrix of the quantum state, predict theta value rotated by x gate and the phi value rotated by z gate.</a:t>
            </a:r>
          </a:p>
          <a:p>
            <a:r>
              <a:rPr lang="en-US" altLang="ko-KR" dirty="0"/>
              <a:t>Find the difference between the initial</a:t>
            </a:r>
            <a:r>
              <a:rPr lang="ko-KR" altLang="en-US" dirty="0"/>
              <a:t> </a:t>
            </a:r>
            <a:r>
              <a:rPr lang="en-US" altLang="ko-KR" dirty="0"/>
              <a:t>state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r>
              <a:rPr lang="ko-KR" altLang="en-US" dirty="0"/>
              <a:t> </a:t>
            </a:r>
            <a:r>
              <a:rPr lang="en-US" altLang="ko-KR" dirty="0"/>
              <a:t>state.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153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2BB56-E740-AF49-6197-D32EEE15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 of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41FBE-DAE6-9413-4894-A079CCE96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Obtain an optimization algorithm with less error between the predicted and actual values.</a:t>
            </a:r>
          </a:p>
          <a:p>
            <a:r>
              <a:rPr lang="en-US" altLang="ko-KR" dirty="0"/>
              <a:t>Measuring the algorithm’s operating time, seek a way to make benefit in time versus error.</a:t>
            </a:r>
          </a:p>
          <a:p>
            <a:r>
              <a:rPr lang="en-US" altLang="ko-KR" dirty="0"/>
              <a:t>Analyze how much error should be recognized within the allowable range by statistically.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148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2E30E-07FF-BB4B-BDB8-44BDCDB9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way program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E15D6-8948-B844-AF0E-1B6CFA1B8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6"/>
            <a:ext cx="5295900" cy="2528256"/>
          </a:xfrm>
        </p:spPr>
        <p:txBody>
          <a:bodyPr/>
          <a:lstStyle/>
          <a:p>
            <a:r>
              <a:rPr lang="en-US" altLang="ko-KR" dirty="0"/>
              <a:t>Use function of the x gate that works when theta is entered and the z gate that works when phi is entered.</a:t>
            </a:r>
          </a:p>
          <a:p>
            <a:r>
              <a:rPr lang="en-US" altLang="ko-KR" dirty="0"/>
              <a:t>Set a bound of result values theta(0~ℼ) and phi(0~2ℼ) and make a random variable as an initial values.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7175F-131E-CA51-31BF-4D9F494B4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4" y="2293126"/>
            <a:ext cx="5295899" cy="25504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6CA837-0CD6-7A17-5A44-E828E8FA8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35" y="4986299"/>
            <a:ext cx="10202699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8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4FE235-F11E-F870-659B-375FC9A4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293126"/>
            <a:ext cx="5295900" cy="31322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4179627F-E28C-0BFA-102F-C7FB7E5898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2293125"/>
                <a:ext cx="5295900" cy="3276401"/>
              </a:xfrm>
            </p:spPr>
            <p:txBody>
              <a:bodyPr>
                <a:noAutofit/>
              </a:bodyPr>
              <a:lstStyle/>
              <a:p>
                <a:r>
                  <a:rPr lang="en-US" altLang="ko-KR" dirty="0"/>
                  <a:t>i</a:t>
                </a:r>
                <a:r>
                  <a:rPr lang="en-US" altLang="ko-KR" dirty="0" err="1"/>
                  <a:t>nit</a:t>
                </a:r>
                <a:r>
                  <a:rPr lang="en-US" altLang="ko-KR" dirty="0"/>
                  <a:t>():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|0&gt;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mc: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 err="1"/>
                  <a:t>rho_measure</a:t>
                </a:r>
                <a:r>
                  <a:rPr lang="en-US" altLang="ko-KR" dirty="0"/>
                  <a:t>: Actual value of state</a:t>
                </a:r>
              </a:p>
              <a:p>
                <a:r>
                  <a:rPr lang="en-US" altLang="ko-KR" dirty="0" err="1"/>
                  <a:t>x_id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y_id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z_id</a:t>
                </a:r>
                <a:r>
                  <a:rPr lang="en-US" altLang="ko-KR" dirty="0"/>
                  <a:t>:  Predict value of target state</a:t>
                </a:r>
              </a:p>
              <a:p>
                <a:r>
                  <a:rPr lang="en-US" altLang="ko-KR" dirty="0"/>
                  <a:t>cost: Return the difference between Actual value and Predict value</a:t>
                </a:r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4179627F-E28C-0BFA-102F-C7FB7E589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2293125"/>
                <a:ext cx="5295900" cy="3276401"/>
              </a:xfrm>
              <a:blipFill>
                <a:blip r:embed="rId3"/>
                <a:stretch>
                  <a:fillRect l="-10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57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79627F-E28C-0BFA-102F-C7FB7E589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 err="1"/>
              <a:t>idden</a:t>
            </a:r>
            <a:r>
              <a:rPr lang="en-US" altLang="ko-KR" dirty="0"/>
              <a:t>: Randomly generated density matrix</a:t>
            </a:r>
          </a:p>
          <a:p>
            <a:r>
              <a:rPr lang="en-US" altLang="ko-KR" dirty="0"/>
              <a:t>degree: Change the values of theta and phi to density matrix for compare with </a:t>
            </a:r>
            <a:r>
              <a:rPr lang="en-US" altLang="ko-KR" dirty="0" err="1"/>
              <a:t>idden</a:t>
            </a:r>
            <a:r>
              <a:rPr lang="en-US" altLang="ko-KR" dirty="0"/>
              <a:t> matrix.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95A923-80BB-AFEB-DDDD-58EC538C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49" y="2293125"/>
            <a:ext cx="5295900" cy="21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6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179627F-E28C-0BFA-102F-C7FB7E589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start, end, final: Check times to find the computational time of the algorithm</a:t>
            </a:r>
          </a:p>
          <a:p>
            <a:r>
              <a:rPr lang="en-US" altLang="ko-KR" dirty="0"/>
              <a:t>deft: Change minimized result values(theta and phi) to density matrix</a:t>
            </a:r>
          </a:p>
          <a:p>
            <a:r>
              <a:rPr lang="en-US" altLang="ko-KR" dirty="0"/>
              <a:t>car: Calculate error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400345-FC5A-F5DF-0D99-5A264268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93124"/>
            <a:ext cx="5300337" cy="21617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9944338-8BF0-4B41-52D5-630C7093D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564875"/>
            <a:ext cx="10591800" cy="51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1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Algorithms used</a:t>
            </a:r>
            <a:endParaRPr lang="ko-KR" altLang="en-US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D1B039C6-06AC-497B-30C2-4EA9F48D8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9120331"/>
              </p:ext>
            </p:extLst>
          </p:nvPr>
        </p:nvGraphicFramePr>
        <p:xfrm>
          <a:off x="121388" y="1877500"/>
          <a:ext cx="6553860" cy="4107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26457F-1EB4-E593-EE7D-20BD300BC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In the case of Local optimization, we used the Powell, </a:t>
            </a:r>
            <a:r>
              <a:rPr lang="en-US" altLang="ko-KR" dirty="0" err="1"/>
              <a:t>Nelder</a:t>
            </a:r>
            <a:r>
              <a:rPr lang="en-US" altLang="ko-KR" dirty="0"/>
              <a:t>-Mead, COBYLA, SLSQP, trust-</a:t>
            </a:r>
            <a:r>
              <a:rPr lang="en-US" altLang="ko-KR" dirty="0" err="1"/>
              <a:t>constr</a:t>
            </a:r>
            <a:r>
              <a:rPr lang="en-US" altLang="ko-KR" dirty="0"/>
              <a:t>, BFGS, TNC, CG, dogleg method, and the Powell and </a:t>
            </a:r>
            <a:r>
              <a:rPr lang="en-US" altLang="ko-KR" dirty="0" err="1"/>
              <a:t>Nelder</a:t>
            </a:r>
            <a:r>
              <a:rPr lang="en-US" altLang="ko-KR" dirty="0"/>
              <a:t>-Mead method had the best minimized performance.</a:t>
            </a:r>
          </a:p>
          <a:p>
            <a:r>
              <a:rPr lang="en-US" altLang="ko-KR" dirty="0"/>
              <a:t>In the case of Global optimization,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, </a:t>
            </a:r>
            <a:r>
              <a:rPr lang="en-US" altLang="ko-KR" dirty="0" err="1"/>
              <a:t>shgo</a:t>
            </a:r>
            <a:r>
              <a:rPr lang="en-US" altLang="ko-KR" dirty="0"/>
              <a:t>, </a:t>
            </a:r>
            <a:r>
              <a:rPr lang="en-US" altLang="ko-KR" dirty="0" err="1"/>
              <a:t>dual_annealing</a:t>
            </a:r>
            <a:r>
              <a:rPr lang="en-US" altLang="ko-KR" dirty="0"/>
              <a:t>, and direct methods were used, and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, </a:t>
            </a:r>
            <a:r>
              <a:rPr lang="en-US" altLang="ko-KR" dirty="0" err="1"/>
              <a:t>dual_annealing</a:t>
            </a:r>
            <a:r>
              <a:rPr lang="en-US" altLang="ko-KR" dirty="0"/>
              <a:t> methods had the best minimized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40601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time comparison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45F8306-AAB8-DDA5-D794-E23F2755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On average, Local optimizations are faster than Global optimizations.</a:t>
            </a:r>
          </a:p>
          <a:p>
            <a:r>
              <a:rPr lang="en-US" altLang="ko-KR" dirty="0" err="1"/>
              <a:t>Differential_evolution</a:t>
            </a:r>
            <a:r>
              <a:rPr lang="en-US" altLang="ko-KR" dirty="0"/>
              <a:t> is faster than </a:t>
            </a:r>
            <a:r>
              <a:rPr lang="en-US" altLang="ko-KR" dirty="0" err="1"/>
              <a:t>dual_annealing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Overall, there was no significant difference between </a:t>
            </a:r>
            <a:r>
              <a:rPr lang="en-US" altLang="ko-KR" dirty="0" err="1"/>
              <a:t>Nelder</a:t>
            </a:r>
            <a:r>
              <a:rPr lang="en-US" altLang="ko-KR" dirty="0"/>
              <a:t>-Mead and Powell.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1CCAED3-06F6-6AD2-2EEB-427C6AA59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5" y="160761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5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time comparison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52CFE5-54FD-643E-C324-F50B698D9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1607611"/>
            <a:ext cx="3224165" cy="24181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F4A1D9-C425-86EB-4520-D37FD2C2F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1607611"/>
            <a:ext cx="3224165" cy="24181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565C46-BFEE-F392-36CE-3DAA125E3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5" y="1607611"/>
            <a:ext cx="3224165" cy="24181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95AFA0-FC6C-E59F-ACA1-D48875E34F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63" y="4025735"/>
            <a:ext cx="3224165" cy="24181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533043D-5C22-F759-728C-F731B8BF38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4025735"/>
            <a:ext cx="3224165" cy="241812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13A015-DE13-5C3F-3431-A0AFE343E4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4" y="4025735"/>
            <a:ext cx="3224165" cy="241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8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Error comparison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145F8306-AAB8-DDA5-D794-E23F2755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Powell method shows the most stable optimization value.</a:t>
            </a:r>
          </a:p>
          <a:p>
            <a:r>
              <a:rPr lang="en-US" altLang="ko-KR" dirty="0" err="1"/>
              <a:t>Differential_evolution</a:t>
            </a:r>
            <a:r>
              <a:rPr lang="en-US" altLang="ko-KR" dirty="0"/>
              <a:t> has some cases where optimization value was fast due to a slight difference.</a:t>
            </a:r>
          </a:p>
          <a:p>
            <a:r>
              <a:rPr lang="en-US" altLang="ko-KR" dirty="0"/>
              <a:t>The </a:t>
            </a:r>
            <a:r>
              <a:rPr lang="en-US" altLang="ko-KR" dirty="0" err="1"/>
              <a:t>Nelder</a:t>
            </a:r>
            <a:r>
              <a:rPr lang="en-US" altLang="ko-KR" dirty="0"/>
              <a:t>-Mead method often has incomplete optimization values, but often has better optimization values than other methods.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0A7074-94EF-A979-AD79-6CF3186D0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5" y="160761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2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 Error comparison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C248B8-EF37-4DDC-5343-344182D6E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1607612"/>
            <a:ext cx="3224165" cy="24181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7F36A1-DF3F-73C0-0ABD-95C2A113F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1607612"/>
            <a:ext cx="3224165" cy="24181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B139DB-576A-C4B3-A2D3-28244E31C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3" y="1607611"/>
            <a:ext cx="3224167" cy="2418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31E11B-4D90-F4F2-FC32-AF58158EF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4025737"/>
            <a:ext cx="3224165" cy="24181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9177CA7-65EF-DD94-7FA2-C56BF35EA2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00" y="4025737"/>
            <a:ext cx="3224163" cy="24181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B08E19C-A6E1-7BB3-4B93-8F1ACB415D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63" y="4025735"/>
            <a:ext cx="3224163" cy="241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09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view</a:t>
            </a:r>
            <a:endParaRPr lang="ko-KR" altLang="en-US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53912C74-C0DD-4230-1D70-17750B6F0B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2893151"/>
              </p:ext>
            </p:extLst>
          </p:nvPr>
        </p:nvGraphicFramePr>
        <p:xfrm>
          <a:off x="1093304" y="2034209"/>
          <a:ext cx="4247322" cy="3763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F6A5410-E8F5-D682-0F78-4377852C0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93125"/>
            <a:ext cx="5295900" cy="3276401"/>
          </a:xfrm>
        </p:spPr>
        <p:txBody>
          <a:bodyPr>
            <a:noAutofit/>
          </a:bodyPr>
          <a:lstStyle/>
          <a:p>
            <a:r>
              <a:rPr lang="en-US" altLang="ko-KR" dirty="0"/>
              <a:t>Use the most reliable Powell method first.</a:t>
            </a:r>
          </a:p>
          <a:p>
            <a:r>
              <a:rPr lang="en-US" altLang="ko-KR" dirty="0"/>
              <a:t>If the reference value is not exceeded, measure the optimization value using the </a:t>
            </a:r>
            <a:r>
              <a:rPr lang="en-US" altLang="ko-KR" dirty="0" err="1"/>
              <a:t>Nelder</a:t>
            </a:r>
            <a:r>
              <a:rPr lang="en-US" altLang="ko-KR" dirty="0"/>
              <a:t>-Mead method.</a:t>
            </a:r>
          </a:p>
          <a:p>
            <a:r>
              <a:rPr lang="en-US" altLang="ko-KR" dirty="0"/>
              <a:t>If </a:t>
            </a:r>
            <a:r>
              <a:rPr lang="en-US" altLang="ko-KR" dirty="0" err="1"/>
              <a:t>Nelder</a:t>
            </a:r>
            <a:r>
              <a:rPr lang="en-US" altLang="ko-KR" dirty="0"/>
              <a:t>-Mead method also not exceeded, uses </a:t>
            </a:r>
            <a:r>
              <a:rPr lang="en-US" altLang="ko-KR" dirty="0" err="1"/>
              <a:t>differential_evolution</a:t>
            </a:r>
            <a:r>
              <a:rPr lang="en-US" altLang="ko-KR" dirty="0"/>
              <a:t> and find minimum value among the tree optimized values.</a:t>
            </a:r>
          </a:p>
        </p:txBody>
      </p:sp>
    </p:spTree>
    <p:extLst>
      <p:ext uri="{BB962C8B-B14F-4D97-AF65-F5344CB8AC3E}">
        <p14:creationId xmlns:p14="http://schemas.microsoft.com/office/powerpoint/2010/main" val="2823627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857A3-2A89-0613-E534-3F67C370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51CC35-C364-1EE4-7FFB-C4B138BDB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6895"/>
            <a:ext cx="8396909" cy="44307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6FCAEA-010C-E39F-AAC9-92BBA5EB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422" y="2118204"/>
            <a:ext cx="1544135" cy="349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1A4140-54B1-A605-D50A-8B17159DE81D}"/>
              </a:ext>
            </a:extLst>
          </p:cNvPr>
          <p:cNvSpPr txBox="1"/>
          <p:nvPr/>
        </p:nvSpPr>
        <p:spPr>
          <a:xfrm>
            <a:off x="9839740" y="6142383"/>
            <a:ext cx="15376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Result_20230116_133002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70245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857A3-2A89-0613-E534-3F67C370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63A17540-4C5A-7AA2-F00A-F079978E4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06217"/>
              </p:ext>
            </p:extLst>
          </p:nvPr>
        </p:nvGraphicFramePr>
        <p:xfrm>
          <a:off x="700635" y="2293126"/>
          <a:ext cx="5140325" cy="394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9897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226C321-178C-A67C-9FB7-9E30B2143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5" y="1690261"/>
            <a:ext cx="10092587" cy="34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4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94444-B23C-CDDA-CAFB-1F35CFFA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98974A-442E-7139-D533-D6AC7EA84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5" y="1651563"/>
            <a:ext cx="9296400" cy="355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12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354C6-BA7E-F549-B5A5-A7DDE143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CB1B57B-2344-4E48-1B92-4673E49F1A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17834"/>
              </p:ext>
            </p:extLst>
          </p:nvPr>
        </p:nvGraphicFramePr>
        <p:xfrm>
          <a:off x="700088" y="2292350"/>
          <a:ext cx="10691812" cy="363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941608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사용자 지정 1">
      <a:majorFont>
        <a:latin typeface="Times New Roman"/>
        <a:ea typeface="맑은 고딕"/>
        <a:cs typeface=""/>
      </a:majorFont>
      <a:minorFont>
        <a:latin typeface="Times New Roman"/>
        <a:ea typeface="맑은 고딕 Semi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크로니클</Template>
  <TotalTime>524</TotalTime>
  <Words>662</Words>
  <Application>Microsoft Office PowerPoint</Application>
  <PresentationFormat>와이드스크린</PresentationFormat>
  <Paragraphs>74</Paragraphs>
  <Slides>18</Slides>
  <Notes>6</Notes>
  <HiddenSlides>4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</vt:lpstr>
      <vt:lpstr>맑은 고딕</vt:lpstr>
      <vt:lpstr>Arial</vt:lpstr>
      <vt:lpstr>Cambria Math</vt:lpstr>
      <vt:lpstr>Times New Roman</vt:lpstr>
      <vt:lpstr>ChronicleVTI</vt:lpstr>
      <vt:lpstr>NV Center Optimization gate</vt:lpstr>
      <vt:lpstr>Purpose of study</vt:lpstr>
      <vt:lpstr>Contents of study</vt:lpstr>
      <vt:lpstr>the way program works</vt:lpstr>
      <vt:lpstr>Objective function</vt:lpstr>
      <vt:lpstr>Objective function</vt:lpstr>
      <vt:lpstr>Objective function</vt:lpstr>
      <vt:lpstr>Algorithms used</vt:lpstr>
      <vt:lpstr>Algorithm time comparison</vt:lpstr>
      <vt:lpstr>Algorithm time comparison</vt:lpstr>
      <vt:lpstr>Algorithm Error comparison</vt:lpstr>
      <vt:lpstr>Algorithm Error comparison</vt:lpstr>
      <vt:lpstr>Plan view</vt:lpstr>
      <vt:lpstr>Result</vt:lpstr>
      <vt:lpstr>Result</vt:lpstr>
      <vt:lpstr>Objective function</vt:lpstr>
      <vt:lpstr>Objective function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 Center Optimization gate</dc:title>
  <dc:creator>김도겸</dc:creator>
  <cp:lastModifiedBy>김도겸</cp:lastModifiedBy>
  <cp:revision>8</cp:revision>
  <dcterms:created xsi:type="dcterms:W3CDTF">2023-01-13T06:25:57Z</dcterms:created>
  <dcterms:modified xsi:type="dcterms:W3CDTF">2023-01-18T01:25:14Z</dcterms:modified>
</cp:coreProperties>
</file>
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E566A-6404-3163-3A72-3EF973597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C8EBE8-B1C0-320F-128F-7438ECB3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AA1C06-DA3F-2DC4-CDDC-1B8E1E37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4AD72-CEF1-908C-B5F0-049CEA04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CB1F32-DDD4-2ED2-87AB-75DB6CE6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24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01CF8-9592-653A-CE46-05A4142AD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EF2F6C-F3E4-54F6-ADF6-624057C8F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DDE35-7074-16E9-5572-7AC92FE3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684946-E892-30BF-91B7-25B62AF5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D5B9F2-E735-94DB-1FEA-A1953545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47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6BE07-87E9-A4B3-63A4-2FAC03A5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ABC413-68E3-F47F-2FD6-16F143C1B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F84B5-A3D1-6752-D7E9-F5C97139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BF6222-5CD0-894F-0795-4835BAB3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1CA651-7908-81E6-FDA0-7FFB59F2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21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D25C7-F54D-B812-2C6B-8F866C5F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D7A23B-6C85-5B9A-5E7A-83BA2E41B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6D56C1-67A3-5003-7C31-10D081049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8F779F-5CC7-07CB-DF72-2EBE8C8D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0F6553-8EDD-99CE-356D-8E91063E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C30CDE-986B-76A5-20FE-5621FB8F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37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BF7BD-1FC3-3D28-281A-8992FFB1F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E07340-E222-AA40-8B94-74F5A62B5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AD1CF8-8A44-47B3-21B1-DA718135E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925BD5-AFD6-DEB5-6F06-7FE2EC602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B5C9AD-CDF6-518C-96C7-E2327E75C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9ABF65-3BC9-DB6F-CEB9-1A7B81F3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62056F-0892-26F1-B444-D3B3DA24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0BD380-DDAC-B6C1-36D9-7A39EDC3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86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DEE21-F373-E9F1-2A0E-C69A8EC3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91C324-12C5-FAA5-389F-69B56D14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1B7AD2-CB3C-FD27-464D-69D14846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C96E16-8FC7-F5C3-ED89-0C2C2829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77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E0469E-E9D0-8550-96A1-4D12FECA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962B30-E06C-FE19-FD2F-60A10397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CF4E7-FCD9-9301-2A70-98037516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43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57597-7373-E372-7B6E-F53E2E084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D50F7A-7065-6BC7-0562-E74CA54F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077419-DB25-2912-06C3-C6CED47AB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DE78D6-76D2-FB50-15B8-9D63BF99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E6FA9A-BC91-ADF2-7434-4405F5DB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6845BE-1B84-28E5-CF42-975D5798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8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0C5A3-F354-AA94-7D91-E9A77F65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4196F9-B729-D547-2CC6-0BDE5F3E0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22662C-CB0A-7996-CB17-220A6CF15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0CE241-BA60-4186-8631-2E63C851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5206E8-5ECA-6D78-DF7E-4D9F9D5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1589F-ED3F-6228-E916-35ED42EB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3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EE754-EEC3-AEFA-AA37-08139C2D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33D1C-DBC8-509B-914C-57D102F0C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4C2672-DF94-EB0F-45B4-681B26B2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88FF87-1023-80DC-F917-1F93A14E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0EE67A-6427-3382-D8E4-8EBF8790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765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FA8379-8242-50C0-A2B0-938866D83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435576-3141-5FA4-38CD-3107907E6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D8BBCD-84AB-972D-C409-D64E1FE7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AB3CE-C9BD-C950-52DA-D59560F8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A21A8C-A904-0C0D-282B-763496CD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171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71E8B2-149D-4F26-4369-E26DE385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9E575F-8893-473C-6CC8-65685938E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0A6A4B-EBCF-5D4F-7E62-71AD7DCE4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F4C1D-AA02-4C34-86D2-9E7B9C34BF9D}" type="datetimeFigureOut">
              <a:rPr lang="ko-KR" altLang="en-US" smtClean="0"/>
              <a:t>2023-01-26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9A8315-E1E3-5788-8A79-55DD340DD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651DCA-1548-3B75-A9D4-4F7807663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019F6-8FB6-48CE-9782-72AC4E0AF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6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BD7B97-6821-5279-4119-562CCF09E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5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B155EE-5F22-241B-FD03-28A357C5B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7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4BBA70-4B84-2FC6-8BCF-663086125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3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D40E4A-7836-4A46-B424-E44966ED2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3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0FF982-06F9-A955-5D3F-1A0498DC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4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AF722D-CD10-EE4D-8753-A64797394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8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0D4D94-5521-4578-7EA4-D6BBF22D7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5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7BA3DDB-B4FB-46F6-B99A-7EF09D87C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0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8CF937-44FB-554C-8C90-5BC2E2845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6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74CA23-FA9D-26E3-D2DC-121B1DCA7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73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C76A0E-40EB-DC45-CF9F-B9C796FF6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33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D4A3B2-61EB-D2E9-1FC0-E9A36D35E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91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BF0384-DAA4-3526-5942-9F0553231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75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285DBE-C426-F151-6725-CFCC26796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47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899992-5D00-5E87-4264-26C8CF9F8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13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CAEA0C-AB54-5168-27C3-F4AF27720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8AA240-12ED-ED22-BF94-78CC69E83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44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EFFF0F-9606-4870-8378-136FADD6A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685794"/>
            <a:ext cx="8229616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52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와이드스크린</PresentationFormat>
  <Paragraphs>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김도겸</dc:creator>
  <cp:lastModifiedBy>김도겸</cp:lastModifiedBy>
  <cp:revision>1</cp:revision>
  <dcterms:created xsi:type="dcterms:W3CDTF">2023-01-26T01:22:01Z</dcterms:created>
  <dcterms:modified xsi:type="dcterms:W3CDTF">2023-01-26T01:30:56Z</dcterms:modified>
</cp:coreProperties>
</file>